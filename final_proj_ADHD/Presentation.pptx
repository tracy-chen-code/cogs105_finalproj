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71408"/>
  </p:normalViewPr>
  <p:slideViewPr>
    <p:cSldViewPr snapToGrid="0">
      <p:cViewPr>
        <p:scale>
          <a:sx n="72" d="100"/>
          <a:sy n="72" d="100"/>
        </p:scale>
        <p:origin x="101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410F7-4D5F-9347-A218-CC2FDFB83189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B6357-673E-2542-9AEE-3FD6087C777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046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this project, I worked with functional connectivity data from an ADHD dataset.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Each participant has around twenty thousand connectivity features, which makes direct analysis very hard.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So instead of working with the original features, I used a distance-based approach.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 asked three main questions.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First, can distance matrices capture useful structure for ADHD prediction?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Second, after MDS embedding, which model works better, Logistic Regression or Random Forest?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Third, does the type of distance matrix affect performance?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B6357-673E-2542-9AEE-3FD6087C7779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9036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For each distance measure, I followed the same pipeline.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 first visualized the distance matrix, then used MDS to project participants into two dimensions,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and finally tested Logistic Regression and Random Forest using cross-validation.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Across all distances, the MDS plots show strong overlap between ADHD and non-ADHD participants.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There is some local structure, but no clear separation.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terms of prediction, all models perform slightly better than random guessing.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best accuracy is around fifty-five to fifty-six percent.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Random Forest usually performs a bit better than Logistic Regression.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Among all distance measures, Euclidean distance with Fisher z transformation gives the best results.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B6357-673E-2542-9AEE-3FD6087C7779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968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From this project, I learned that distance matrices are a simple and useful way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 summarize very high-dimensional brain data.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 also learned that different distance measures capture different aspects of similarity,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such as pattern similarity or feature magnitude, and this choice affects both visualization and model performance.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Overall, the predictive signal in functional connectivity alone is weak.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Model choice has a small effect, while distance choice has a clearer impact.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This suggests that distance-based methods are most useful for exploratory analysis.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a lab or company setting, they can help choose stable representations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before building more complex models or adding other types of features.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B6357-673E-2542-9AEE-3FD6087C7779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8759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80C5-1D07-E81E-9022-B425ED1E5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22EC4-A626-6D83-B71D-691E88512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245F4-D20C-057E-EDFB-0B0304B3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4EFE9-654D-8D5E-8355-7CFAD2A6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6B9AD-D02F-01AE-53AD-6C6A65F4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913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7F6A-D913-9E67-CD40-FDFD8E5B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3AB8B-5B87-B019-9A86-1E5AF6E5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4DC9-CAF5-0075-3D6F-2E186C66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7D66-BD3A-9FB8-AE17-A4959719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33DDC-24C3-4355-042B-0ED93839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294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1DBD-E538-457E-C4FA-62574F43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A9286-6592-4BCF-B15D-637D6A04E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87E3C-CC6D-088C-0E18-B7C8D818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398B3-3CD0-D899-9EEA-76118C73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58F2B-D483-F270-21EA-6B00A13EE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350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CB8B-2B8C-7A54-3241-717C8CA8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B57E8-06EA-CD6E-EBA3-969B6BBE4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3997-1B0D-7E1E-5E47-C2318A345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3E148-634E-39BB-F2BE-810818E7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F464E-C8C7-F6B0-E3EC-5BAF06F5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05DDA-6978-891A-CE83-3A1CA8F8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0928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D1C7-0E42-4F2D-78E1-6BFCA8C45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F983E-8B3D-10A7-E466-10A38BC88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853B3-7EDA-ACA2-AE65-CC21F5CDE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EE79D-08F1-C703-CE1F-7D7F13FB4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1E480-2D73-6B1D-E9E8-1C97064BA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A5C98-9F5B-6E42-ABD6-1481F6B8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9E410-A385-9613-E36F-AC2E112CE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94920-500B-7F64-B433-C87D5D16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63549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80B9-F6F2-CB3F-E288-A00962EC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E04D1-973E-5F96-1C67-95156FDA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02736-4356-D4AF-43A1-C600A6664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5E0B6-FCCC-CDF7-784C-5C0628CA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43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58905-0369-7C8B-0689-38C15859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ABED6-E645-AA74-9A0A-C142C7A9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77644-5CCF-603A-5C65-BA3A40E9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963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47AE-561F-2639-4206-821FF0DDC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81799-0662-8D44-6A8F-5C0E4736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7AF27-5D74-7CF7-8643-BF95F8A7D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853B6-2B4D-78A5-462D-F74A572C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F6650-DA4E-0DC4-4806-E996D03C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C8FE5-E79F-57C4-D2D6-CDD67F5B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3109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A740-2152-D7ED-9692-F84D2938F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84A40-A14B-C48F-79DA-7232985C4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E4F0B-98A0-7225-CF7F-821324C54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663AB-B9CB-020B-7AD0-CABBFA7A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1606A-4D37-9C6C-3281-B1331C79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A4D0D-CADE-F236-3BFE-9D45C848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5733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9751-5054-CBD3-CBCD-602344F3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89B4B-1C63-291A-419D-67F70EB54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D5F0-BF57-CD8E-A327-DB1EF597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72EE8-FEA4-856B-A5B4-569222DC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8E7C0-1CBB-6F1E-8F3A-71AACFB4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833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8BE87-3B79-57E9-F54B-C3B4CBF38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2B8BF-15BF-0EB8-145D-B10131EE3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9E501-174F-341E-A0F7-5BF7C840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75343-6070-A313-A420-E53C5BEF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523FD-5B80-F9A8-8679-B6538400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583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4C6C9-A4AD-2B5C-2B3D-BCD71C79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BA141-B732-B966-4448-075BC0FB3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B02DC-FBE0-FAF6-E1EF-0E4030BEF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16A42-C648-A145-8217-DF97CFD7727B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63416-47AC-9C72-11A4-6A3A5A185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C9A24-B397-6963-A5DE-81933006D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C9CE1-CEB9-2244-86F5-35B8DFDF129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816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CEFA-9BD3-CEC1-9621-6BD671186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Distance-Based Analysis of Functional Connectivity Data for ADHD Classification</a:t>
            </a:r>
            <a:endParaRPr lang="en-CN" sz="1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AA95D-D629-4A3F-1199-AD5F733B2C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Tracy Chen</a:t>
            </a:r>
          </a:p>
          <a:p>
            <a:r>
              <a:rPr lang="en-US" dirty="0"/>
              <a:t>Collaborator:</a:t>
            </a:r>
            <a:r>
              <a:rPr lang="en-CN" dirty="0"/>
              <a:t> Aiden Hai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640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85F3-3D8B-7281-9069-99D78ACB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C9CB-838F-5B39-48DD-55934914C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Primary research question: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Does using distance-based representations improve prediction performance compared to directly using high-dimensional connectivity features?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Secondary research question 1: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After MDS embedding, which classification model performs better: Logistic Regression or Random Forest, and how does hyperparameter tuning with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GridSearchCV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affect their performance?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Secondary research question 2: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How does the choice of distance matrix influence model accuracy and overall performance?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3681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02E6A6-8897-3084-A634-6BE568105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36" y="2606675"/>
            <a:ext cx="7772400" cy="3886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1440EA-DC5B-C95A-CC1F-C8EAAA9C0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83" y="365125"/>
            <a:ext cx="7772400" cy="17687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5D8C26-5F5B-D0D3-3FC9-25BEAFDF8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036" y="1301750"/>
            <a:ext cx="4165600" cy="4254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D80D38-D989-6CC2-4D17-1918298D9722}"/>
              </a:ext>
            </a:extLst>
          </p:cNvPr>
          <p:cNvSpPr txBox="1"/>
          <p:nvPr/>
        </p:nvSpPr>
        <p:spPr>
          <a:xfrm>
            <a:off x="735106" y="6492875"/>
            <a:ext cx="536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Figure 2. </a:t>
            </a:r>
            <a:r>
              <a:rPr lang="en-US" dirty="0"/>
              <a:t>MDS's</a:t>
            </a:r>
            <a:r>
              <a:rPr lang="en-CN" dirty="0"/>
              <a:t> first </a:t>
            </a:r>
            <a:r>
              <a:rPr lang="en-US" dirty="0"/>
              <a:t>two-dimensional</a:t>
            </a:r>
            <a:r>
              <a:rPr lang="en-CN" dirty="0"/>
              <a:t> visualization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D076B2-0A1E-D3EC-16FD-F1844A88A6D3}"/>
              </a:ext>
            </a:extLst>
          </p:cNvPr>
          <p:cNvSpPr txBox="1"/>
          <p:nvPr/>
        </p:nvSpPr>
        <p:spPr>
          <a:xfrm>
            <a:off x="8507506" y="5556250"/>
            <a:ext cx="300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Table 1. Classification Results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F5182-4AFB-B3F5-87E7-95A74F35353D}"/>
              </a:ext>
            </a:extLst>
          </p:cNvPr>
          <p:cNvSpPr txBox="1"/>
          <p:nvPr/>
        </p:nvSpPr>
        <p:spPr>
          <a:xfrm>
            <a:off x="466165" y="2277035"/>
            <a:ext cx="423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Figure 1. Distance matrix heatmap</a:t>
            </a:r>
          </a:p>
        </p:txBody>
      </p:sp>
    </p:spTree>
    <p:extLst>
      <p:ext uri="{BB962C8B-B14F-4D97-AF65-F5344CB8AC3E}">
        <p14:creationId xmlns:p14="http://schemas.microsoft.com/office/powerpoint/2010/main" val="304218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065B-16AE-E457-8DB5-403DBBDF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98"/>
            <a:ext cx="10515600" cy="1325563"/>
          </a:xfrm>
        </p:spPr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What did this analysis teach us?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ABC82-D66D-C132-CFFD-839EF0BEC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059"/>
            <a:ext cx="10515600" cy="5076451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Distance matrices are a simple way to summarize very large data 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Different distances highlight different aspects of similarity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Model performance depends on how similarity is defined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Cross-validation helps judge how stable results really are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Big-picture conclusion：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Similar brain patterns slightly increase the chance of sharing the same ADHD label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But brain connectivity alone is not enough for strong prediction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 this matters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</a:rPr>
              <a:t>：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Distance-based analysis is useful for exploration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It helps choose better representations before building complex models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Best used together with other features, not alone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Takeaway：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Distance-based methods are good for understanding structure, but ADHD prediction needs more information.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0609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562</Words>
  <Application>Microsoft Macintosh PowerPoint</Application>
  <PresentationFormat>Widescreen</PresentationFormat>
  <Paragraphs>40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-webkit-standard</vt:lpstr>
      <vt:lpstr>Arial</vt:lpstr>
      <vt:lpstr>Calibri</vt:lpstr>
      <vt:lpstr>Calibri Light</vt:lpstr>
      <vt:lpstr>Office Theme</vt:lpstr>
      <vt:lpstr>Distance-Based Analysis of Functional Connectivity Data for ADHD Classification</vt:lpstr>
      <vt:lpstr>Research Questions</vt:lpstr>
      <vt:lpstr>PowerPoint Presentation</vt:lpstr>
      <vt:lpstr>What did this analysis teach us?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Distance-Based Analysis of Functional Connectivity Data for ADHD Classification</dc:title>
  <dc:creator>Zexi Chen</dc:creator>
  <cp:lastModifiedBy>Zexi Chen</cp:lastModifiedBy>
  <cp:revision>1</cp:revision>
  <dcterms:created xsi:type="dcterms:W3CDTF">2025-12-15T09:06:29Z</dcterms:created>
  <dcterms:modified xsi:type="dcterms:W3CDTF">2025-12-15T14:58:30Z</dcterms:modified>
</cp:coreProperties>
</file>