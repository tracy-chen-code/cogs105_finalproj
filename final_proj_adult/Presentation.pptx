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64648"/>
  </p:normalViewPr>
  <p:slideViewPr>
    <p:cSldViewPr snapToGrid="0">
      <p:cViewPr varScale="1">
        <p:scale>
          <a:sx n="77" d="100"/>
          <a:sy n="77" d="100"/>
        </p:scale>
        <p:origin x="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9EC64-75AE-164C-923D-9BCCF5B78C3F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9129F-6A7E-B240-BBA8-546CC5F70B5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601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this project, I studied the Adult Census Income dataset.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My main goal was to see whether income can be predicted using demographic and work-related features, such as age, education, work hours, and marital status.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 also wanted to understand which factors are most important, and whether the data has any natural structure even without using income labels.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9129F-6A7E-B240-BBA8-546CC5F70B5F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41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Both models performed well, with accuracy around 85 percent and strong ROC-AUC scores.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Random Forest performed slightly better, but the difference was small.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From both supervised and unsupervised results, we consistently see that a small group of people accounts for a much higher proportion of high income earners.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9129F-6A7E-B240-BBA8-546CC5F70B5F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47386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Overall, this project shows that income is closely related to education, age, and sustained work effort.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While no single model is perfect, using multiple approaches gives a more complete picture.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simple takeaway is that education and long-term work commitment play a central role in income outcomes.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9129F-6A7E-B240-BBA8-546CC5F70B5F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836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02EC0-3DEA-2987-3DCD-EA265DFCF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4EA4A-59B7-1DD3-A40F-41E3588E8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36894-290F-F916-23B5-BDEEC1F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775D3-A945-1C2A-58FA-A53F08E6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772D5-159E-3C2A-9FEC-E5333D4B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580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CA00-9122-9A6C-38CD-F17FFAED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B2A0-4B8B-6E26-8011-593BBD427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0977F-226F-56A3-9327-A8645C53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ACF1-89CE-728C-BE19-911498C7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7B076-3A12-0165-F601-2F55CA4A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993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A9D1-4EDA-3992-8C16-4C6DA087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4B7AC-EE2D-988D-5B03-EE69B3B55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DB34-0ED1-F354-1D6F-ADBAD0B9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99F37-36C9-92F1-6A3A-B83154EA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33BE5-49C0-4B71-FF34-6B96224F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731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DDF5-E8B7-EDC3-0406-82066B75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C2B06-BF9A-1BFA-4D90-2F494CDCB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43730-3708-FF74-C5E4-9E2E48CA3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2E006-4F52-8A53-4A2A-FEEBEFD8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33A1C-474B-24F4-A66E-C4AF8D68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463EB-1F3C-7AEE-6B95-00D1D683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881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F70E-2C25-81D3-D54D-77A3FF15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29524-DF6A-41A5-6333-8C3EDD848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E10A6-51A8-E690-7A99-685F026CE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F10917-D6B6-B561-BB2D-2485C88F2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3642E-D7B0-E382-D573-CD374EA81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FFECF-76AE-E1CA-CCA7-DE3B6529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41B03-601C-9C53-E3FC-7F34B63C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F0BC6A-A583-76FB-D597-5F3C4DEE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296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18C2-8159-BDE9-2B20-C29D59A1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0BACC-81F8-4C2C-E355-00E0921E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163A2-AE4C-39C7-2C2C-E0689BA7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BA2F3-304A-F0B6-B3B1-BD61D525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760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EE313-FED7-C191-55E0-B4363F0D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BF66E-3F62-16FA-5D37-5A340EB2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1ED5-DF9E-1432-9360-EAA20655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827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26CF-2348-04FA-AD55-48C83840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B037A-B659-6F3E-1AB1-23A60E652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4932E-0483-2666-B515-F02E8690D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5EFC7-30A3-86EE-4DCE-212B0FE9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FA3E3-30D1-1D15-8D31-04303881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8722A-7339-BC87-6C18-06F663C7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466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6D3A-8148-9756-EA8D-3717B7C5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DBA52-D7BE-CD1D-3655-733829182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A9801-B4E3-E442-3E11-07C1BE01C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441E4-3EA6-C1FD-D000-90D939F3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8806D-7156-FA13-8B24-F47E92A0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E9ED-13D1-449D-70BE-EC17B8CF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5809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058B-18EA-22D8-CC5A-618B5C02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A3061-9559-8B87-823D-EABEEFB47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8D1C3-F41F-BC2F-B2D8-13935BC7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422E9-9A52-3E25-455F-EB14C52C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1D789-0E37-39CB-0F7E-C93BE4C3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651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A9E31D-DE65-7A83-F637-074895888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3EAF4-7D09-8479-64BC-24704C1AF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DECCC-9E7A-C4D5-E9D6-4ED6B985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56C46-6BD6-AC0B-E26C-3A1DC252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6147F-98DB-2BDD-FEB8-C26400E9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51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DCFC0-C9BA-3450-1D51-6928CE6C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4BE2D-9CD6-0F02-3CEE-55ADC697F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EB272-51B7-7CEC-DC09-2F101C20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859D5-E441-7741-A666-26B99F6CFAB5}" type="datetimeFigureOut">
              <a:rPr lang="en-CN" smtClean="0"/>
              <a:t>2025/12/15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9ED1E-44DA-3870-584E-CCAA92400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7DEBD-28FB-F11C-EA22-F97F65E1F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D5CB5-4145-824E-BDC7-70EA97CF90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5962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D4ABF-B5F4-AF02-B152-0B39A723F2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Understanding and Predicting Income Using Census Data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C9265-C801-329D-CEB8-A78B9FE6BB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Tracy Chen</a:t>
            </a:r>
          </a:p>
          <a:p>
            <a:r>
              <a:rPr lang="en-US" dirty="0"/>
              <a:t>Collaborator:</a:t>
            </a:r>
            <a:r>
              <a:rPr lang="en-CN" dirty="0"/>
              <a:t> Aiden Hai</a:t>
            </a:r>
          </a:p>
        </p:txBody>
      </p:sp>
    </p:spTree>
    <p:extLst>
      <p:ext uri="{BB962C8B-B14F-4D97-AF65-F5344CB8AC3E}">
        <p14:creationId xmlns:p14="http://schemas.microsoft.com/office/powerpoint/2010/main" val="4067034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8970-F88C-4857-461C-FFF590A1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C382-9C57-698F-504D-0C4A5712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predict whether a person earns more than </a:t>
            </a:r>
            <a:r>
              <a:rPr lang="en-US" b="1" dirty="0"/>
              <a:t>$50,000 per year</a:t>
            </a:r>
            <a:r>
              <a:rPr lang="en-US" dirty="0"/>
              <a:t> using basic census information?</a:t>
            </a:r>
          </a:p>
          <a:p>
            <a:r>
              <a:rPr lang="en-US" dirty="0"/>
              <a:t>Which personal and work-related factors matter most for income?</a:t>
            </a:r>
          </a:p>
          <a:p>
            <a:r>
              <a:rPr lang="en-US" dirty="0"/>
              <a:t>Even without income labels, does the data show </a:t>
            </a:r>
            <a:r>
              <a:rPr lang="en-US" b="1" dirty="0"/>
              <a:t>natural groupings</a:t>
            </a:r>
            <a:r>
              <a:rPr lang="en-US" dirty="0"/>
              <a:t> of people?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3201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9EB8-D0E7-C4BB-D69E-605A1560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Key Results from Prediction and Exploration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50A2-9BCA-2BA8-C62D-BA75D5A10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66" y="1526366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Main results</a:t>
            </a:r>
          </a:p>
          <a:p>
            <a:pPr algn="l"/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Prediction performance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Logistic Regression </a:t>
            </a:r>
            <a:r>
              <a:rPr lang="en-US" sz="1400" dirty="0">
                <a:solidFill>
                  <a:srgbClr val="000000"/>
                </a:solidFill>
              </a:rPr>
              <a:t>accuracy: 85%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Random Forest accuracy: 85.3%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Both models achieve ROC-AUC ≈ 0.91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Important factors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Higher income is linked to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education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age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work hours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marital status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, and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capital gains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Unsupervised structure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One cluster contains about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45% high-income earners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</a:rPr>
              <a:t>Other clusters contain 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</a:rPr>
              <a:t>less than 8%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  <a:p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BBFE9-5798-1DDC-24DD-D9D6A1DA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41" y="3820027"/>
            <a:ext cx="6063821" cy="2530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C0AE2F-2350-5371-663E-5155AFA7D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905" y="1515022"/>
            <a:ext cx="2167659" cy="218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6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8EAE-A603-1317-9EA1-37FD1BA1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875" y="0"/>
            <a:ext cx="10515600" cy="1325563"/>
          </a:xfrm>
        </p:spPr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What We Learned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B11F-A225-968C-BFDD-74FE7B87F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12" y="924027"/>
            <a:ext cx="555705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Income can be predicted fairly well, but high-income cases are harder to identify</a:t>
            </a:r>
          </a:p>
          <a:p>
            <a:r>
              <a:rPr lang="en-US" dirty="0"/>
              <a:t>Education and work effort are the strongest and most consistent drivers of income</a:t>
            </a:r>
          </a:p>
          <a:p>
            <a:r>
              <a:rPr lang="en-US" dirty="0"/>
              <a:t>Different models agree on what matters, even if they work differently</a:t>
            </a:r>
          </a:p>
          <a:p>
            <a:r>
              <a:rPr lang="en-US" dirty="0"/>
              <a:t>The data naturally forms a high-achiever group, even without labels</a:t>
            </a:r>
          </a:p>
          <a:p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5D152-FE47-1FE1-C0EA-7E1E94FDD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756" y="4073236"/>
            <a:ext cx="4105479" cy="2784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47F29F-B6F5-F32A-E44A-E4FD36796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9752"/>
            <a:ext cx="5476125" cy="3612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AE1584-ACC9-673E-BFA7-B2F64456D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160" y="5201020"/>
            <a:ext cx="6053051" cy="165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5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359</Words>
  <Application>Microsoft Macintosh PowerPoint</Application>
  <PresentationFormat>Widescreen</PresentationFormat>
  <Paragraphs>29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-webkit-standard</vt:lpstr>
      <vt:lpstr>Arial</vt:lpstr>
      <vt:lpstr>Calibri</vt:lpstr>
      <vt:lpstr>Calibri Light</vt:lpstr>
      <vt:lpstr>Office Theme</vt:lpstr>
      <vt:lpstr>Understanding and Predicting Income Using Census Data</vt:lpstr>
      <vt:lpstr>Research Questions</vt:lpstr>
      <vt:lpstr>Key Results from Prediction and Exploration</vt:lpstr>
      <vt:lpstr>What We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and Predicting Income Using Census Data</dc:title>
  <dc:creator>Zexi Chen</dc:creator>
  <cp:lastModifiedBy>Zexi Chen</cp:lastModifiedBy>
  <cp:revision>1</cp:revision>
  <dcterms:created xsi:type="dcterms:W3CDTF">2025-12-15T06:18:03Z</dcterms:created>
  <dcterms:modified xsi:type="dcterms:W3CDTF">2025-12-15T07:45:30Z</dcterms:modified>
</cp:coreProperties>
</file>